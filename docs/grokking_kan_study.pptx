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662e3d8b9e4bff" /><Relationship Type="http://schemas.openxmlformats.org/officeDocument/2006/relationships/extended-properties" Target="/docProps/app.xml" Id="R64fdfec2773047d6" /><Relationship Type="http://schemas.openxmlformats.org/officeDocument/2006/relationships/officeDocument" Target="/ppt/presentation.xml" Id="R4dd09ef83b62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2ee01b2394716"/>
  </p:sldMasterIdLst>
  <p:notesMasterIdLst>
    <p:notesMasterId xmlns:r="http://schemas.openxmlformats.org/officeDocument/2006/relationships" r:id="R61d1b23fa6304b2e"/>
  </p:notesMasterIdLst>
  <p:sldIdLst>
    <p:sldId xmlns:r="http://schemas.openxmlformats.org/officeDocument/2006/relationships" id="256" r:id="R3744ee1d967a44ec"/>
    <p:sldId xmlns:r="http://schemas.openxmlformats.org/officeDocument/2006/relationships" id="257" r:id="R892e5cfd8abb4e45"/>
    <p:sldId xmlns:r="http://schemas.openxmlformats.org/officeDocument/2006/relationships" id="258" r:id="R9a030717f2004b18"/>
    <p:sldId xmlns:r="http://schemas.openxmlformats.org/officeDocument/2006/relationships" id="259" r:id="R21f2280923a44e78"/>
    <p:sldId xmlns:r="http://schemas.openxmlformats.org/officeDocument/2006/relationships" id="260" r:id="R9ba407ff60584d24"/>
    <p:sldId xmlns:r="http://schemas.openxmlformats.org/officeDocument/2006/relationships" id="261" r:id="Reb402232ea454eb1"/>
    <p:sldId xmlns:r="http://schemas.openxmlformats.org/officeDocument/2006/relationships" id="262" r:id="Ra0a1c9d0b06149c4"/>
    <p:sldId xmlns:r="http://schemas.openxmlformats.org/officeDocument/2006/relationships" id="263" r:id="R3b9ff91b33ac43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e80a3d1b224680" /><Relationship Type="http://schemas.openxmlformats.org/officeDocument/2006/relationships/slideMaster" Target="/ppt/slideMasters/slideMaster1.xml" Id="Rf752ee01b2394716" /><Relationship Type="http://schemas.openxmlformats.org/officeDocument/2006/relationships/notesMaster" Target="/ppt/notesMasters/notesMaster1.xml" Id="R61d1b23fa6304b2e" /><Relationship Type="http://schemas.openxmlformats.org/officeDocument/2006/relationships/presProps" Target="/ppt/presProps.xml" Id="Rb083015fc57641a9" /><Relationship Type="http://schemas.openxmlformats.org/officeDocument/2006/relationships/tableStyles" Target="/ppt/tableStyles.xml" Id="R4219ac14a0094ab7" /><Relationship Type="http://schemas.openxmlformats.org/officeDocument/2006/relationships/slide" Target="/ppt/slides/slide1.xml" Id="R3744ee1d967a44ec" /><Relationship Type="http://schemas.openxmlformats.org/officeDocument/2006/relationships/slide" Target="/ppt/slides/slide2.xml" Id="R892e5cfd8abb4e45" /><Relationship Type="http://schemas.openxmlformats.org/officeDocument/2006/relationships/slide" Target="/ppt/slides/slide3.xml" Id="R9a030717f2004b18" /><Relationship Type="http://schemas.openxmlformats.org/officeDocument/2006/relationships/slide" Target="/ppt/slides/slide4.xml" Id="R21f2280923a44e78" /><Relationship Type="http://schemas.openxmlformats.org/officeDocument/2006/relationships/slide" Target="/ppt/slides/slide5.xml" Id="R9ba407ff60584d24" /><Relationship Type="http://schemas.openxmlformats.org/officeDocument/2006/relationships/slide" Target="/ppt/slides/slide6.xml" Id="Reb402232ea454eb1" /><Relationship Type="http://schemas.openxmlformats.org/officeDocument/2006/relationships/slide" Target="/ppt/slides/slide7.xml" Id="Ra0a1c9d0b06149c4" /><Relationship Type="http://schemas.openxmlformats.org/officeDocument/2006/relationships/slide" Target="/ppt/slides/slide8.xml" Id="R3b9ff91b33ac43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36aee70b2b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f6247ce094b70" /><Relationship Type="http://schemas.openxmlformats.org/officeDocument/2006/relationships/notesMaster" Target="/ppt/notesMasters/notesMaster1.xml" Id="Rf6a720875c0e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6590030cc43c2" /><Relationship Type="http://schemas.openxmlformats.org/officeDocument/2006/relationships/notesMaster" Target="/ppt/notesMasters/notesMaster1.xml" Id="R5ed5d2b3f48f4e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4f0aff2144371" /><Relationship Type="http://schemas.openxmlformats.org/officeDocument/2006/relationships/notesMaster" Target="/ppt/notesMasters/notesMaster1.xml" Id="R62305bfccc2742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e5b50ac4d41d0" /><Relationship Type="http://schemas.openxmlformats.org/officeDocument/2006/relationships/notesMaster" Target="/ppt/notesMasters/notesMaster1.xml" Id="R03fc9c522ee1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624c455fe04736" /><Relationship Type="http://schemas.openxmlformats.org/officeDocument/2006/relationships/notesMaster" Target="/ppt/notesMasters/notesMaster1.xml" Id="R5baec6b05c31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df7e11320d4f79" /><Relationship Type="http://schemas.openxmlformats.org/officeDocument/2006/relationships/notesMaster" Target="/ppt/notesMasters/notesMaster1.xml" Id="R556f0a25d15b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ad6767d2654b2f" /><Relationship Type="http://schemas.openxmlformats.org/officeDocument/2006/relationships/notesMaster" Target="/ppt/notesMasters/notesMaster1.xml" Id="Rdf98c41a43a247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9139ed1c8b465b" /><Relationship Type="http://schemas.openxmlformats.org/officeDocument/2006/relationships/notesMaster" Target="/ppt/notesMasters/notesMaster1.xml" Id="R3c622ca2d0734f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results/tables/paired_runs.csv</a:t>
            </a:r>
          </a:p>
          <a:p xmlns:a="http://schemas.openxmlformats.org/drawingml/2006/main">
            <a:r>
              <a:t>- results/tables/paired_summary.csv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results/figures/example_classical_mlp/learning_curves.png</a:t>
            </a:r>
          </a:p>
          <a:p xmlns:a="http://schemas.openxmlformats.org/drawingml/2006/main">
            <a:r>
              <a:t>- results/tables/paired_runs.csv</a:t>
            </a:r>
          </a:p>
          <a:p xmlns:a="http://schemas.openxmlformats.org/drawingml/2006/main">
            <a:r>
              <a:t>- https://arxiv.org/abs/2301.02679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src/models.py</a:t>
            </a:r>
          </a:p>
          <a:p xmlns:a="http://schemas.openxmlformats.org/drawingml/2006/main">
            <a:r>
              <a:t>- src/train.py</a:t>
            </a:r>
          </a:p>
          <a:p xmlns:a="http://schemas.openxmlformats.org/drawingml/2006/main">
            <a:r>
              <a:t>- docs/research_protocol.md</a:t>
            </a:r>
          </a:p>
          <a:p xmlns:a="http://schemas.openxmlformats.org/drawingml/2006/main">
            <a:r>
              <a:t>- https://arxiv.org/abs/2301.02679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results/figures/paired_phase_heatmap.png</a:t>
            </a:r>
          </a:p>
          <a:p xmlns:a="http://schemas.openxmlformats.org/drawingml/2006/main">
            <a:r>
              <a:t>- results/tables/paired_runs.csv</a:t>
            </a:r>
          </a:p>
          <a:p xmlns:a="http://schemas.openxmlformats.org/drawingml/2006/main">
            <a:r>
              <a:t>- docs/research_protocol.md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results/figures/fourier_multiseed.png</a:t>
            </a:r>
          </a:p>
          <a:p xmlns:a="http://schemas.openxmlformats.org/drawingml/2006/main">
            <a:r>
              <a:t>- results/tables/mechanism_summary.csv</a:t>
            </a:r>
          </a:p>
          <a:p xmlns:a="http://schemas.openxmlformats.org/drawingml/2006/main">
            <a:r>
              <a:t>- https://arxiv.org/abs/2301.05217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results/figures/edge_ablation_multiseed.png</a:t>
            </a:r>
          </a:p>
          <a:p xmlns:a="http://schemas.openxmlformats.org/drawingml/2006/main">
            <a:r>
              <a:t>- results/tables/edge_ablation_summary.csv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results/tables/paired_summary.csv</a:t>
            </a:r>
          </a:p>
          <a:p xmlns:a="http://schemas.openxmlformats.org/drawingml/2006/main">
            <a:r>
              <a:t>- results/tables/mechanism_summary.csv</a:t>
            </a:r>
          </a:p>
          <a:p xmlns:a="http://schemas.openxmlformats.org/drawingml/2006/main">
            <a:r>
              <a:t>- results/tables/edge_ablation_summary.csv</a:t>
            </a:r>
          </a:p>
          <a:p xmlns:a="http://schemas.openxmlformats.org/drawingml/2006/main">
            <a:r>
              <a:t>- results/tables/symmetry_phase_summary.csv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results/tables/symmetry_phase_summary.csv</a:t>
            </a:r>
          </a:p>
          <a:p xmlns:a="http://schemas.openxmlformats.org/drawingml/2006/main">
            <a:r>
              <a:t>- results/tables/historical_controls.csv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a1dc424654e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0adb65fbd42d0" /><Relationship Type="http://schemas.openxmlformats.org/officeDocument/2006/relationships/slideLayout" Target="/ppt/slideLayouts/slideLayout1.xml" Id="Rf20af43def34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af43def34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85d6e61514b8e" /><Relationship Type="http://schemas.openxmlformats.org/officeDocument/2006/relationships/notesSlide" Target="/ppt/notesSlides/notesSlide1.xml" Id="R8e73b54135404b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8d4b3b15d480c" /><Relationship Type="http://schemas.openxmlformats.org/officeDocument/2006/relationships/image" Target="/ppt/media/image.png" Id="Rdd76dd42721742d9" /><Relationship Type="http://schemas.openxmlformats.org/officeDocument/2006/relationships/notesSlide" Target="/ppt/notesSlides/notesSlide2.xml" Id="Re05f44c56f6142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bbbab9ad94f3d" /><Relationship Type="http://schemas.openxmlformats.org/officeDocument/2006/relationships/notesSlide" Target="/ppt/notesSlides/notesSlide3.xml" Id="Re0d7b44483d04a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b41cbc7949e4" /><Relationship Type="http://schemas.openxmlformats.org/officeDocument/2006/relationships/image" Target="/ppt/media/image2.png" Id="R1ddc46cd64674b16" /><Relationship Type="http://schemas.openxmlformats.org/officeDocument/2006/relationships/notesSlide" Target="/ppt/notesSlides/notesSlide4.xml" Id="Rdec2af285ed347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6d6b90c124a43" /><Relationship Type="http://schemas.openxmlformats.org/officeDocument/2006/relationships/image" Target="/ppt/media/image3.png" Id="Ra9a9517017c5419a" /><Relationship Type="http://schemas.openxmlformats.org/officeDocument/2006/relationships/notesSlide" Target="/ppt/notesSlides/notesSlide5.xml" Id="R5278ba076e9440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9531fb27b4d86" /><Relationship Type="http://schemas.openxmlformats.org/officeDocument/2006/relationships/image" Target="/ppt/media/image4.png" Id="Rfc52a7c7b93e4501" /><Relationship Type="http://schemas.openxmlformats.org/officeDocument/2006/relationships/notesSlide" Target="/ppt/notesSlides/notesSlide6.xml" Id="R82a8e6dc42c1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2f5a6b2244669" /><Relationship Type="http://schemas.openxmlformats.org/officeDocument/2006/relationships/notesSlide" Target="/ppt/notesSlides/notesSlide7.xml" Id="Raeded52010734e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1b720558d45c8" /><Relationship Type="http://schemas.openxmlformats.org/officeDocument/2006/relationships/notesSlide" Target="/ppt/notesSlides/notesSlide8.xml" Id="Rf5f20bf1d4db49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BABDD-07FD-4AF3-BB90-8D6712B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МОДУЛЬНАЯ АРИФМЕТИКА · ВОСПРОИЗВОДИМОЕ ИССЛЕДОВАНИЕ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58491-EF0A-41F6-AF08-DD7B4C1C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904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Когда KAN меняет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фазу grokking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F2969-45D0-46D9-8FC2-EA498F0C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Архитектурная основа Громова и spline-KAN · AdamW · 80 запусков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F7E68-246A-4305-81F6-18B1F631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7F880-2452-4E6A-9738-4C1BAC9A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80/80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4E82C-FD13-4C8A-BADC-F1FF3217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все запуски сохранены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77A11-AACF-46A5-A437-796A519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A5CA5-5449-45C2-A545-4400E9F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244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30/40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A6708-2628-4E11-AAEC-4AD8A5E7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340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MLP classical · вся матрица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FD80E-F9B3-4363-8934-CBED2C4F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4EB6A-7566-4D09-AFE7-0FE799D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8/40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28A22-098D-4299-A6A2-46603E94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340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KAN classical · вся матрица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47390-37ED-4FE1-A5A8-B7F407C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1436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Матвей Варфоломеев · 2026</a:t>
            </a:r>
          </a:p>
        </p:txBody>
      </p:sp>
    </p:spTree>
    <p:extLst>
      <p:ext uri="{BB962C8B-B14F-4D97-AF65-F5344CB8AC3E}">
        <p14:creationId xmlns:p14="http://schemas.microsoft.com/office/powerpoint/2010/main" val="2071336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06B0A-5C06-4C0A-BF48-666DDE81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Grokking — это порядок фаз, а не просто 99%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8B03B-82B8-4435-9D78-501C879C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16F29-0946-463F-953B-953259C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6dd42721742d9"/>
          <a:stretch xmlns:a="http://schemas.openxmlformats.org/drawingml/2006/main"/>
        </p:blipFill>
        <p:spPr>
          <a:xfrm xmlns:a="http://schemas.openxmlformats.org/drawingml/2006/main">
            <a:off x="400050" y="2424113"/>
            <a:ext cx="6858000" cy="228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42B8E-4784-4DF9-BFA6-AC4760F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СТРОГИЙ КРИТЕРИЙ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AFB2D-23A9-4A20-AF56-074D122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716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1  train ≥99% устойчиво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83155-582D-44D5-934E-0177F4F0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2  test ≤20% при запоминании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98E9E-43FB-4BD4-8928-C5D1F166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62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3  gap ≥50 п.п.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A9A52-D370-44E9-9BDE-F6C2260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4  плато ≥1000 шагов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07BD2-1511-42E8-888F-246518B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52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5  затем test ≥99% устойчиво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740BE-61F9-44F5-8AC7-D328040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3562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3EC8E-A4EF-4518-A780-E8DD4061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05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p=31 · 50%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E1EEB-D53C-4360-A2B6-98FF947A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10/10 classical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задержка 4.5–5.8k</a:t>
            </a:r>
          </a:p>
        </p:txBody>
      </p:sp>
    </p:spTree>
    <p:extLst>
      <p:ext uri="{BB962C8B-B14F-4D97-AF65-F5344CB8AC3E}">
        <p14:creationId xmlns:p14="http://schemas.microsoft.com/office/powerpoint/2010/main" val="420561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77074-6C64-46A5-B658-28C2DD50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Честное сравнение меняет один блок — архитектуру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0D614-28FA-4CC7-BEAE-9295786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4E76B-F133-4B8D-825D-5CB8EC4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25E25-BABD-4942-9B14-C909E815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ОДИНАКОВО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B9354-03DA-4B5F-A67E-DE119C68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one-hot пары и цели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MSE · full batch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split · seeds · критерий фаз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E9436-1FEF-4588-B01A-7C80B688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002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AA054-C20E-4E5C-84C2-979B7B1E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ОСНОВА ГРОМОВА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A5D50-45C1-4372-9430-56218F7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Quadratic MLP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66CE-D5F3-4F21-AD0F-236DAE8E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2p → 128 → 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без bias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квадрат активации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23DAA-298B-4BFF-9435-911FF3B1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AEF10-514B-4FB3-AAD1-C67CE33D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19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ИССЛЕДУЕМОЕ РАСШИРЕНИЕ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4DF7F-5289-4031-8060-B57C0547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Spline-KAN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CCB50-E0D1-4FC6-AFC0-221709C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2p → 14 → 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функция на каждом ребре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кубические B-splines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FB8E4-5034-4100-9C7B-0BC591AD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3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B18AE-56B3-43D2-AF3A-71BCCDB7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52950"/>
            <a:ext cx="6915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12872-F9AA-41FC-AEBE-12AE8D7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p=53: MLP 20 352 параметра · KAN 20 034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DDFF3-F916-4839-8187-42BC811B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one-hot · MSE · full-batch AdamW · lr=0.001 · одинаковые split, seed и budget</a:t>
            </a:r>
          </a:p>
        </p:txBody>
      </p:sp>
    </p:spTree>
    <p:extLst>
      <p:ext uri="{BB962C8B-B14F-4D97-AF65-F5344CB8AC3E}">
        <p14:creationId xmlns:p14="http://schemas.microsoft.com/office/powerpoint/2010/main" val="1584341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D56D0-9070-4039-9269-087EAB5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Архитектура сдвигает границу между фазами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39A23-4358-4D78-967B-53ABA757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D919D-23E7-48AB-B706-FD53685D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c46cd64674b16"/>
          <a:stretch xmlns:a="http://schemas.openxmlformats.org/drawingml/2006/main"/>
        </p:blipFill>
        <p:spPr>
          <a:xfrm xmlns:a="http://schemas.openxmlformats.org/drawingml/2006/main">
            <a:off x="310973" y="1219200"/>
            <a:ext cx="7245704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7480D-D9D7-44FE-97E5-BB078DE7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185AF-2EEA-4BFE-B370-7462884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30/40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273D8-1F1F-4BC3-A6D5-FA404F3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MLP classical · вся матрица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1E199-684A-4F74-A72C-19FA978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65FE6-535D-415F-91DC-29B1E8CC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8/40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0D17E-F897-44E9-87B2-CA2A8EF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KAN classical · вся матрица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A3896-1F31-488F-B703-D4E49115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B3D04-003A-4A1D-83A8-5DB14414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720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p=31 · 35% 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154F5-03CB-4BA2-9D49-D117ACCF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958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MLP 0/10 · KAN 8/10</a:t>
            </a:r>
          </a:p>
        </p:txBody>
      </p:sp>
    </p:spTree>
    <p:extLst>
      <p:ext uri="{BB962C8B-B14F-4D97-AF65-F5344CB8AC3E}">
        <p14:creationId xmlns:p14="http://schemas.microsoft.com/office/powerpoint/2010/main" val="2073087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31784-478E-412F-9A31-21CC181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Fourier-структура растёт, но не заменяет критерий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B8193-D83D-4C89-AD8F-4BF56A99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8F036-D2DE-406E-A3F8-D5A99CE5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9517017c5419a"/>
          <a:stretch xmlns:a="http://schemas.openxmlformats.org/drawingml/2006/main"/>
        </p:blipFill>
        <p:spPr>
          <a:xfrm xmlns:a="http://schemas.openxmlformats.org/drawingml/2006/main">
            <a:off x="266700" y="1969524"/>
            <a:ext cx="8763000" cy="310945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CBDDC-B37B-4D0C-BC48-4569FFF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D85AF-E4D0-49B1-8DD6-C2541A8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52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KAN P=31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5A5CC-2D99-4044-B75D-0E96E10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240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0.175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CE7F7-297E-4F94-ACFA-3EF7191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при запоминании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017EA-9661-4239-BE64-CE1CBD20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241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→ 0.828 → 0.952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C849F-EB3F-4A85-9FDE-0E120FB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381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1B9F3-B208-4EB4-8EBD-EB6CAE56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67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MLP · 5 CENSORED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458F2-E248-42D9-85E3-5C1B31E2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053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0.075 → 0.527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773AE-AAAA-49AD-B15C-064DE616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4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рост без строгого обобщения</a:t>
            </a:r>
          </a:p>
        </p:txBody>
      </p:sp>
    </p:spTree>
    <p:extLst>
      <p:ext uri="{BB962C8B-B14F-4D97-AF65-F5344CB8AC3E}">
        <p14:creationId xmlns:p14="http://schemas.microsoft.com/office/powerpoint/2010/main" val="916461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0BCBB-D3AD-4410-8E85-75C3E2B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Edge-ablation: top &gt; bottom, но не всегда random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4244F-CB70-497A-ABF4-F9EDB51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4DBCA-3DF7-499C-BFFA-5DB54766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2a7c7b93e4501"/>
          <a:stretch xmlns:a="http://schemas.openxmlformats.org/drawingml/2006/main"/>
        </p:blipFill>
        <p:spPr>
          <a:xfrm xmlns:a="http://schemas.openxmlformats.org/drawingml/2006/main">
            <a:off x="400050" y="1493533"/>
            <a:ext cx="6191250" cy="407095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7567A-EBFC-4233-A725-D492CFD4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4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УДАЛЕНИЕ 10%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347A7-8DBD-4E3F-A405-DDE90F69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66900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CA805-2519-49F5-9CB3-F823862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−0.078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2059F-F01F-4538-871F-25091E2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479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top · медиана Δtest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32715-F026-4DF7-B72D-46CAA32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66900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4E5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EF297-BC23-4681-A6F9-6234495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4676F"/>
                </a:solidFill>
                <a:latin typeface="Arial"/>
                <a:ea typeface="Arial"/>
                <a:cs typeface="Arial"/>
              </a:rPr>
              <a:t>−0.047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6DBC0-D403-4793-B9F4-5009D893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random · медиана Δtest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7CDFE-DCAA-4B89-8137-7E08C2D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4191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2663E-5B20-4C18-9296-9E778B0B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814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Повторяемость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DCCA5-943E-48C8-8D36-C6AD2EE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05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top сильнее bottom: 5/5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top сильнее random-медианы: 4/5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bottom при 10%: 0.000</a:t>
            </a:r>
          </a:p>
        </p:txBody>
      </p:sp>
    </p:spTree>
    <p:extLst>
      <p:ext uri="{BB962C8B-B14F-4D97-AF65-F5344CB8AC3E}">
        <p14:creationId xmlns:p14="http://schemas.microsoft.com/office/powerpoint/2010/main" val="514083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31C0B-FC1A-49F5-91A1-678DE28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Честный вывод: карта фаз, а не рейтинг архитектур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0F83-1332-49D4-AEF4-B4101E1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A8540-A837-401F-BD0C-1DAC555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AB54-4453-4189-B556-0BE412B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F51F7-C7DE-40D5-8AEA-99C1F083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ГЛАВНЫЙ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9BA15-2DA9-4101-960C-20451ACD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Полная матрица: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MLP 30/40 · KAN 8/40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локально 0/10 vs 8/10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F6DA0-F6B7-4531-8F28-162F35D7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0970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DF824-EF9E-4D24-80A3-53344EAF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СВИДЕТЕЛЬСТВА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CD3E2-F604-4297-BD58-0FDBC0EA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38350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Fourier: волновая структура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top &gt; bottom: 5/5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top &gt; random: 4/5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AA8AF-13F5-4F87-88A0-46765EF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75C4E-1C95-45B6-8534-A5C96C7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6E766-6B40-4E14-BE6E-D64074EC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строгий критерий фаз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матрица · 80 запусков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проверка и выводы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9117A-1381-4B9C-A646-BE1FF75F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Корректный вывод: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D3CFA-0B77-4261-9B20-5D00B6CA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На random split KAN входит в grokking при 35% train,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но эффект чувствителен к симметрии разбиения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BEB5B-7507-41B4-AA55-100F1AA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Все 80 запусков, контроли, спектры и отрицательные результаты сохранены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2EA89-8824-4727-A6BE-9C55CA0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19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</p:spTree>
    <p:extLst>
      <p:ext uri="{BB962C8B-B14F-4D97-AF65-F5344CB8AC3E}">
        <p14:creationId xmlns:p14="http://schemas.microsoft.com/office/powerpoint/2010/main" val="652017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31C0B-FC1A-49F5-91A1-678DE28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Symmetry-safe контроль сужает вывод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0F83-1332-49D4-AEF4-B4101E1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A8540-A837-401F-BD0C-1DAC555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AB54-4453-4189-B556-0BE412B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F51F7-C7DE-40D5-8AEA-99C1F083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RANDOM · KAN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9BA15-2DA9-4101-960C-20451ACD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p=31 · 35% train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8/10 classical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локальный эффект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F6DA0-F6B7-4531-8F28-162F35D7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0970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DF824-EF9E-4D24-80A3-53344EAF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SYMMETRY-SAFE · 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CD3E2-F604-4297-BD58-0FDBC0EA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38350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p=31 · 35% train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0/5 classical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5/5 без обобщения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AA8AF-13F5-4F87-88A0-46765EF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75C4E-1C95-45B6-8534-A5C96C7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SYMMETRY-SAFE · MLP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6E766-6B40-4E14-BE6E-D64074EC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p=31 · 50% train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5/5 classical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успех сохранился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9117A-1381-4B9C-A646-BE1FF75F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467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676F"/>
                </a:solidFill>
                <a:latin typeface="Arial"/>
                <a:ea typeface="Arial"/>
                <a:cs typeface="Arial"/>
              </a:rPr>
              <a:t>Что меняется в выводе: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D3CFA-0B77-4261-9B20-5D00B6CA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KAN входит в grokking раньше на random split,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но это не доказательство общего алгоритма сложения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BEB5B-7507-41B4-AA55-100F1AA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Train fraction различается: это контроль устойчивости, а не парный рейтинг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2EA89-8824-4727-A6BE-9C55CA0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19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66"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652017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2026-08-23T14:24:14.2130000Z</dcterms:created>
  <dcterms:modified xsi:type="dcterms:W3CDTF">2026-08-23T14:24:14.2130000Z</dcterms:modified>
</coreProperties>
</file>